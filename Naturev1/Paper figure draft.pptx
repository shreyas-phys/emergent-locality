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ugol, Shreyas" userId="497da173-7723-4d70-91a3-f5ade586b8b6" providerId="ADAL" clId="{ACA07A12-71BE-4812-8BCF-6D787A20A7A1}"/>
    <pc:docChg chg="custSel addSld delSld modSld">
      <pc:chgData name="Sadugol, Shreyas" userId="497da173-7723-4d70-91a3-f5ade586b8b6" providerId="ADAL" clId="{ACA07A12-71BE-4812-8BCF-6D787A20A7A1}" dt="2026-03-01T02:36:33.554" v="660" actId="20577"/>
      <pc:docMkLst>
        <pc:docMk/>
      </pc:docMkLst>
      <pc:sldChg chg="addSp delSp modSp mod modShow">
        <pc:chgData name="Sadugol, Shreyas" userId="497da173-7723-4d70-91a3-f5ade586b8b6" providerId="ADAL" clId="{ACA07A12-71BE-4812-8BCF-6D787A20A7A1}" dt="2026-02-26T16:22:24.064" v="482" actId="729"/>
        <pc:sldMkLst>
          <pc:docMk/>
          <pc:sldMk cId="4187391952" sldId="256"/>
        </pc:sldMkLst>
        <pc:spChg chg="add mod">
          <ac:chgData name="Sadugol, Shreyas" userId="497da173-7723-4d70-91a3-f5ade586b8b6" providerId="ADAL" clId="{ACA07A12-71BE-4812-8BCF-6D787A20A7A1}" dt="2026-02-26T16:01:32.790" v="369" actId="20577"/>
          <ac:spMkLst>
            <pc:docMk/>
            <pc:sldMk cId="4187391952" sldId="256"/>
            <ac:spMk id="2" creationId="{3C963840-181C-78A4-E333-76AF11240C02}"/>
          </ac:spMkLst>
        </pc:spChg>
        <pc:spChg chg="add mod">
          <ac:chgData name="Sadugol, Shreyas" userId="497da173-7723-4d70-91a3-f5ade586b8b6" providerId="ADAL" clId="{ACA07A12-71BE-4812-8BCF-6D787A20A7A1}" dt="2026-02-26T15:58:48.984" v="264" actId="1076"/>
          <ac:spMkLst>
            <pc:docMk/>
            <pc:sldMk cId="4187391952" sldId="256"/>
            <ac:spMk id="4" creationId="{6D9280A7-D3A7-95A8-F2A0-6EF3AE8A10D3}"/>
          </ac:spMkLst>
        </pc:spChg>
        <pc:spChg chg="add mod">
          <ac:chgData name="Sadugol, Shreyas" userId="497da173-7723-4d70-91a3-f5ade586b8b6" providerId="ADAL" clId="{ACA07A12-71BE-4812-8BCF-6D787A20A7A1}" dt="2026-02-26T15:06:00.953" v="34" actId="20577"/>
          <ac:spMkLst>
            <pc:docMk/>
            <pc:sldMk cId="4187391952" sldId="256"/>
            <ac:spMk id="8" creationId="{7BF40B69-4EEA-DBAE-8722-02293CC72745}"/>
          </ac:spMkLst>
        </pc:spChg>
        <pc:picChg chg="add mod">
          <ac:chgData name="Sadugol, Shreyas" userId="497da173-7723-4d70-91a3-f5ade586b8b6" providerId="ADAL" clId="{ACA07A12-71BE-4812-8BCF-6D787A20A7A1}" dt="2026-02-26T13:28:30.807" v="5" actId="1076"/>
          <ac:picMkLst>
            <pc:docMk/>
            <pc:sldMk cId="4187391952" sldId="256"/>
            <ac:picMk id="5" creationId="{DD2C8C96-7C5B-108B-A68D-DD903BC2F6FD}"/>
          </ac:picMkLst>
        </pc:picChg>
        <pc:picChg chg="add mod">
          <ac:chgData name="Sadugol, Shreyas" userId="497da173-7723-4d70-91a3-f5ade586b8b6" providerId="ADAL" clId="{ACA07A12-71BE-4812-8BCF-6D787A20A7A1}" dt="2026-02-26T13:28:51.597" v="10" actId="1076"/>
          <ac:picMkLst>
            <pc:docMk/>
            <pc:sldMk cId="4187391952" sldId="256"/>
            <ac:picMk id="7" creationId="{FA845199-3B74-C461-CCAB-A0D124BD924B}"/>
          </ac:picMkLst>
        </pc:picChg>
        <pc:picChg chg="add mod">
          <ac:chgData name="Sadugol, Shreyas" userId="497da173-7723-4d70-91a3-f5ade586b8b6" providerId="ADAL" clId="{ACA07A12-71BE-4812-8BCF-6D787A20A7A1}" dt="2026-02-26T16:01:06.194" v="316" actId="1076"/>
          <ac:picMkLst>
            <pc:docMk/>
            <pc:sldMk cId="4187391952" sldId="256"/>
            <ac:picMk id="9" creationId="{47F5CFA0-20DF-FE6F-ACD0-F554C6F7B524}"/>
          </ac:picMkLst>
        </pc:picChg>
      </pc:sldChg>
      <pc:sldChg chg="addSp delSp modSp add mod modShow">
        <pc:chgData name="Sadugol, Shreyas" userId="497da173-7723-4d70-91a3-f5ade586b8b6" providerId="ADAL" clId="{ACA07A12-71BE-4812-8BCF-6D787A20A7A1}" dt="2026-02-26T15:55:49.462" v="147" actId="729"/>
        <pc:sldMkLst>
          <pc:docMk/>
          <pc:sldMk cId="2384505184" sldId="258"/>
        </pc:sldMkLst>
        <pc:picChg chg="add mod">
          <ac:chgData name="Sadugol, Shreyas" userId="497da173-7723-4d70-91a3-f5ade586b8b6" providerId="ADAL" clId="{ACA07A12-71BE-4812-8BCF-6D787A20A7A1}" dt="2026-02-26T15:41:28.982" v="40" actId="1076"/>
          <ac:picMkLst>
            <pc:docMk/>
            <pc:sldMk cId="2384505184" sldId="258"/>
            <ac:picMk id="3" creationId="{4F2B3043-D6EC-DE91-C370-3BEFFA6DFC54}"/>
          </ac:picMkLst>
        </pc:picChg>
        <pc:picChg chg="add mod">
          <ac:chgData name="Sadugol, Shreyas" userId="497da173-7723-4d70-91a3-f5ade586b8b6" providerId="ADAL" clId="{ACA07A12-71BE-4812-8BCF-6D787A20A7A1}" dt="2026-02-26T15:41:47.682" v="45" actId="1076"/>
          <ac:picMkLst>
            <pc:docMk/>
            <pc:sldMk cId="2384505184" sldId="258"/>
            <ac:picMk id="10" creationId="{8D62CF37-F878-DD4A-9B19-DCB460FC79F4}"/>
          </ac:picMkLst>
        </pc:picChg>
        <pc:picChg chg="add mod">
          <ac:chgData name="Sadugol, Shreyas" userId="497da173-7723-4d70-91a3-f5ade586b8b6" providerId="ADAL" clId="{ACA07A12-71BE-4812-8BCF-6D787A20A7A1}" dt="2026-02-26T15:42:39.005" v="53" actId="1076"/>
          <ac:picMkLst>
            <pc:docMk/>
            <pc:sldMk cId="2384505184" sldId="258"/>
            <ac:picMk id="12" creationId="{82BF5EE7-7BC8-173B-E46A-E03A3D0C1106}"/>
          </ac:picMkLst>
        </pc:picChg>
        <pc:picChg chg="add mod">
          <ac:chgData name="Sadugol, Shreyas" userId="497da173-7723-4d70-91a3-f5ade586b8b6" providerId="ADAL" clId="{ACA07A12-71BE-4812-8BCF-6D787A20A7A1}" dt="2026-02-26T15:42:36.831" v="52" actId="1076"/>
          <ac:picMkLst>
            <pc:docMk/>
            <pc:sldMk cId="2384505184" sldId="258"/>
            <ac:picMk id="16" creationId="{4AB6C89C-F4E5-DAD9-8D74-BF97C194F27A}"/>
          </ac:picMkLst>
        </pc:picChg>
        <pc:picChg chg="add mod">
          <ac:chgData name="Sadugol, Shreyas" userId="497da173-7723-4d70-91a3-f5ade586b8b6" providerId="ADAL" clId="{ACA07A12-71BE-4812-8BCF-6D787A20A7A1}" dt="2026-02-26T15:42:48.240" v="55" actId="1076"/>
          <ac:picMkLst>
            <pc:docMk/>
            <pc:sldMk cId="2384505184" sldId="258"/>
            <ac:picMk id="18" creationId="{DFCEB971-AC64-976D-3DA7-19EB5F45800E}"/>
          </ac:picMkLst>
        </pc:picChg>
        <pc:picChg chg="add mod">
          <ac:chgData name="Sadugol, Shreyas" userId="497da173-7723-4d70-91a3-f5ade586b8b6" providerId="ADAL" clId="{ACA07A12-71BE-4812-8BCF-6D787A20A7A1}" dt="2026-02-26T15:43:03.022" v="58" actId="1076"/>
          <ac:picMkLst>
            <pc:docMk/>
            <pc:sldMk cId="2384505184" sldId="258"/>
            <ac:picMk id="20" creationId="{3755C5DC-CADD-4F84-B706-34091156BA17}"/>
          </ac:picMkLst>
        </pc:picChg>
      </pc:sldChg>
      <pc:sldChg chg="addSp delSp modSp add mod">
        <pc:chgData name="Sadugol, Shreyas" userId="497da173-7723-4d70-91a3-f5ade586b8b6" providerId="ADAL" clId="{ACA07A12-71BE-4812-8BCF-6D787A20A7A1}" dt="2026-02-26T15:55:28.550" v="146" actId="1076"/>
        <pc:sldMkLst>
          <pc:docMk/>
          <pc:sldMk cId="4010267918" sldId="259"/>
        </pc:sldMkLst>
        <pc:spChg chg="add mod">
          <ac:chgData name="Sadugol, Shreyas" userId="497da173-7723-4d70-91a3-f5ade586b8b6" providerId="ADAL" clId="{ACA07A12-71BE-4812-8BCF-6D787A20A7A1}" dt="2026-02-26T15:44:24.844" v="69" actId="20577"/>
          <ac:spMkLst>
            <pc:docMk/>
            <pc:sldMk cId="4010267918" sldId="259"/>
            <ac:spMk id="2" creationId="{1683D145-D17C-E91B-6928-0848E62D496D}"/>
          </ac:spMkLst>
        </pc:spChg>
        <pc:spChg chg="add mod">
          <ac:chgData name="Sadugol, Shreyas" userId="497da173-7723-4d70-91a3-f5ade586b8b6" providerId="ADAL" clId="{ACA07A12-71BE-4812-8BCF-6D787A20A7A1}" dt="2026-02-26T15:55:28.550" v="146" actId="1076"/>
          <ac:spMkLst>
            <pc:docMk/>
            <pc:sldMk cId="4010267918" sldId="259"/>
            <ac:spMk id="7" creationId="{BDC47C21-74D5-98F7-06E3-5EDEE52C9F79}"/>
          </ac:spMkLst>
        </pc:spChg>
        <pc:picChg chg="add mod">
          <ac:chgData name="Sadugol, Shreyas" userId="497da173-7723-4d70-91a3-f5ade586b8b6" providerId="ADAL" clId="{ACA07A12-71BE-4812-8BCF-6D787A20A7A1}" dt="2026-02-26T15:55:13.886" v="141" actId="1076"/>
          <ac:picMkLst>
            <pc:docMk/>
            <pc:sldMk cId="4010267918" sldId="259"/>
            <ac:picMk id="11" creationId="{945D1418-AAA5-00C2-1FE8-28734D10BD2C}"/>
          </ac:picMkLst>
        </pc:picChg>
        <pc:picChg chg="add mod">
          <ac:chgData name="Sadugol, Shreyas" userId="497da173-7723-4d70-91a3-f5ade586b8b6" providerId="ADAL" clId="{ACA07A12-71BE-4812-8BCF-6D787A20A7A1}" dt="2026-02-26T15:55:12.508" v="140" actId="1076"/>
          <ac:picMkLst>
            <pc:docMk/>
            <pc:sldMk cId="4010267918" sldId="259"/>
            <ac:picMk id="14" creationId="{8AE4C959-A045-773A-D73B-C53FE45821B9}"/>
          </ac:picMkLst>
        </pc:picChg>
        <pc:picChg chg="add mod">
          <ac:chgData name="Sadugol, Shreyas" userId="497da173-7723-4d70-91a3-f5ade586b8b6" providerId="ADAL" clId="{ACA07A12-71BE-4812-8BCF-6D787A20A7A1}" dt="2026-02-26T15:55:22.997" v="145" actId="1076"/>
          <ac:picMkLst>
            <pc:docMk/>
            <pc:sldMk cId="4010267918" sldId="259"/>
            <ac:picMk id="17" creationId="{B58736FD-D413-9C69-9D0E-BB94E6D745B5}"/>
          </ac:picMkLst>
        </pc:picChg>
      </pc:sldChg>
      <pc:sldChg chg="addSp delSp modSp add mod">
        <pc:chgData name="Sadugol, Shreyas" userId="497da173-7723-4d70-91a3-f5ade586b8b6" providerId="ADAL" clId="{ACA07A12-71BE-4812-8BCF-6D787A20A7A1}" dt="2026-02-26T16:22:10.956" v="481" actId="1076"/>
        <pc:sldMkLst>
          <pc:docMk/>
          <pc:sldMk cId="18928698" sldId="260"/>
        </pc:sldMkLst>
        <pc:spChg chg="mod">
          <ac:chgData name="Sadugol, Shreyas" userId="497da173-7723-4d70-91a3-f5ade586b8b6" providerId="ADAL" clId="{ACA07A12-71BE-4812-8BCF-6D787A20A7A1}" dt="2026-02-26T16:21:53.486" v="480" actId="20577"/>
          <ac:spMkLst>
            <pc:docMk/>
            <pc:sldMk cId="18928698" sldId="260"/>
            <ac:spMk id="2" creationId="{7FB5D33B-49EF-EF8E-8009-0131CCC4D182}"/>
          </ac:spMkLst>
        </pc:spChg>
        <pc:spChg chg="mod">
          <ac:chgData name="Sadugol, Shreyas" userId="497da173-7723-4d70-91a3-f5ade586b8b6" providerId="ADAL" clId="{ACA07A12-71BE-4812-8BCF-6D787A20A7A1}" dt="2026-02-26T16:21:05.012" v="429" actId="1076"/>
          <ac:spMkLst>
            <pc:docMk/>
            <pc:sldMk cId="18928698" sldId="260"/>
            <ac:spMk id="4" creationId="{A7F56610-4896-A5F7-C506-50DBB32C1BB7}"/>
          </ac:spMkLst>
        </pc:spChg>
        <pc:spChg chg="add mod">
          <ac:chgData name="Sadugol, Shreyas" userId="497da173-7723-4d70-91a3-f5ade586b8b6" providerId="ADAL" clId="{ACA07A12-71BE-4812-8BCF-6D787A20A7A1}" dt="2026-02-26T16:21:30.874" v="448" actId="1076"/>
          <ac:spMkLst>
            <pc:docMk/>
            <pc:sldMk cId="18928698" sldId="260"/>
            <ac:spMk id="19" creationId="{41868C8B-D20F-85E3-6DD1-4AAEEF313F83}"/>
          </ac:spMkLst>
        </pc:spChg>
        <pc:picChg chg="mod">
          <ac:chgData name="Sadugol, Shreyas" userId="497da173-7723-4d70-91a3-f5ade586b8b6" providerId="ADAL" clId="{ACA07A12-71BE-4812-8BCF-6D787A20A7A1}" dt="2026-02-26T16:21:05.012" v="429" actId="1076"/>
          <ac:picMkLst>
            <pc:docMk/>
            <pc:sldMk cId="18928698" sldId="260"/>
            <ac:picMk id="5" creationId="{BBD9A50C-9C3C-E3E1-5DB0-A9ADC610F103}"/>
          </ac:picMkLst>
        </pc:picChg>
        <pc:picChg chg="add mod">
          <ac:chgData name="Sadugol, Shreyas" userId="497da173-7723-4d70-91a3-f5ade586b8b6" providerId="ADAL" clId="{ACA07A12-71BE-4812-8BCF-6D787A20A7A1}" dt="2026-02-26T16:21:05.012" v="429" actId="1076"/>
          <ac:picMkLst>
            <pc:docMk/>
            <pc:sldMk cId="18928698" sldId="260"/>
            <ac:picMk id="6" creationId="{352DCDB7-3E7E-BD7A-E8A4-3E07C355E508}"/>
          </ac:picMkLst>
        </pc:picChg>
        <pc:picChg chg="add mod">
          <ac:chgData name="Sadugol, Shreyas" userId="497da173-7723-4d70-91a3-f5ade586b8b6" providerId="ADAL" clId="{ACA07A12-71BE-4812-8BCF-6D787A20A7A1}" dt="2026-02-26T16:22:10.956" v="481" actId="1076"/>
          <ac:picMkLst>
            <pc:docMk/>
            <pc:sldMk cId="18928698" sldId="260"/>
            <ac:picMk id="7" creationId="{AE221BAF-7845-C78F-3476-7658DFE47EEB}"/>
          </ac:picMkLst>
        </pc:picChg>
        <pc:picChg chg="add mod">
          <ac:chgData name="Sadugol, Shreyas" userId="497da173-7723-4d70-91a3-f5ade586b8b6" providerId="ADAL" clId="{ACA07A12-71BE-4812-8BCF-6D787A20A7A1}" dt="2026-02-26T16:21:05.012" v="429" actId="1076"/>
          <ac:picMkLst>
            <pc:docMk/>
            <pc:sldMk cId="18928698" sldId="260"/>
            <ac:picMk id="11" creationId="{7AB6E8BF-3064-6BA0-3681-CEA15A932386}"/>
          </ac:picMkLst>
        </pc:picChg>
        <pc:picChg chg="add mod">
          <ac:chgData name="Sadugol, Shreyas" userId="497da173-7723-4d70-91a3-f5ade586b8b6" providerId="ADAL" clId="{ACA07A12-71BE-4812-8BCF-6D787A20A7A1}" dt="2026-02-26T16:21:05.012" v="429" actId="1076"/>
          <ac:picMkLst>
            <pc:docMk/>
            <pc:sldMk cId="18928698" sldId="260"/>
            <ac:picMk id="13" creationId="{D15B89C1-6292-E602-90B5-AFB7AA4AA8BC}"/>
          </ac:picMkLst>
        </pc:picChg>
        <pc:picChg chg="add mod">
          <ac:chgData name="Sadugol, Shreyas" userId="497da173-7723-4d70-91a3-f5ade586b8b6" providerId="ADAL" clId="{ACA07A12-71BE-4812-8BCF-6D787A20A7A1}" dt="2026-02-26T16:21:05.012" v="429" actId="1076"/>
          <ac:picMkLst>
            <pc:docMk/>
            <pc:sldMk cId="18928698" sldId="260"/>
            <ac:picMk id="15" creationId="{283F364B-8067-4B16-BBAE-9B73F90F5C7D}"/>
          </ac:picMkLst>
        </pc:picChg>
        <pc:picChg chg="add mod">
          <ac:chgData name="Sadugol, Shreyas" userId="497da173-7723-4d70-91a3-f5ade586b8b6" providerId="ADAL" clId="{ACA07A12-71BE-4812-8BCF-6D787A20A7A1}" dt="2026-02-26T16:21:05.012" v="429" actId="1076"/>
          <ac:picMkLst>
            <pc:docMk/>
            <pc:sldMk cId="18928698" sldId="260"/>
            <ac:picMk id="17" creationId="{AE1284AD-CA24-EC37-9410-4A775B22D56E}"/>
          </ac:picMkLst>
        </pc:picChg>
        <pc:picChg chg="add mod">
          <ac:chgData name="Sadugol, Shreyas" userId="497da173-7723-4d70-91a3-f5ade586b8b6" providerId="ADAL" clId="{ACA07A12-71BE-4812-8BCF-6D787A20A7A1}" dt="2026-02-26T16:21:32.372" v="449" actId="1076"/>
          <ac:picMkLst>
            <pc:docMk/>
            <pc:sldMk cId="18928698" sldId="260"/>
            <ac:picMk id="18" creationId="{1A9AC2B3-8B80-6355-E36A-DE1B7ACA5A9D}"/>
          </ac:picMkLst>
        </pc:picChg>
      </pc:sldChg>
      <pc:sldChg chg="addSp delSp modSp add mod">
        <pc:chgData name="Sadugol, Shreyas" userId="497da173-7723-4d70-91a3-f5ade586b8b6" providerId="ADAL" clId="{ACA07A12-71BE-4812-8BCF-6D787A20A7A1}" dt="2026-03-01T02:36:33.554" v="660" actId="20577"/>
        <pc:sldMkLst>
          <pc:docMk/>
          <pc:sldMk cId="3536678640" sldId="261"/>
        </pc:sldMkLst>
        <pc:spChg chg="mod">
          <ac:chgData name="Sadugol, Shreyas" userId="497da173-7723-4d70-91a3-f5ade586b8b6" providerId="ADAL" clId="{ACA07A12-71BE-4812-8BCF-6D787A20A7A1}" dt="2026-02-26T16:22:39.835" v="485" actId="20577"/>
          <ac:spMkLst>
            <pc:docMk/>
            <pc:sldMk cId="3536678640" sldId="261"/>
            <ac:spMk id="2" creationId="{7EB736C9-9D7B-4929-D53F-1C687993E9C2}"/>
          </ac:spMkLst>
        </pc:spChg>
        <pc:spChg chg="add mod">
          <ac:chgData name="Sadugol, Shreyas" userId="497da173-7723-4d70-91a3-f5ade586b8b6" providerId="ADAL" clId="{ACA07A12-71BE-4812-8BCF-6D787A20A7A1}" dt="2026-02-26T16:29:26.020" v="612" actId="1076"/>
          <ac:spMkLst>
            <pc:docMk/>
            <pc:sldMk cId="3536678640" sldId="261"/>
            <ac:spMk id="18" creationId="{9B9ADB65-C50E-C7A3-D0DB-A8E037FB7BB2}"/>
          </ac:spMkLst>
        </pc:spChg>
        <pc:spChg chg="add mod">
          <ac:chgData name="Sadugol, Shreyas" userId="497da173-7723-4d70-91a3-f5ade586b8b6" providerId="ADAL" clId="{ACA07A12-71BE-4812-8BCF-6D787A20A7A1}" dt="2026-03-01T02:36:33.554" v="660" actId="20577"/>
          <ac:spMkLst>
            <pc:docMk/>
            <pc:sldMk cId="3536678640" sldId="261"/>
            <ac:spMk id="19" creationId="{96CC185C-8041-95A0-2297-B7CD609174E9}"/>
          </ac:spMkLst>
        </pc:spChg>
        <pc:picChg chg="add mod">
          <ac:chgData name="Sadugol, Shreyas" userId="497da173-7723-4d70-91a3-f5ade586b8b6" providerId="ADAL" clId="{ACA07A12-71BE-4812-8BCF-6D787A20A7A1}" dt="2026-02-26T16:29:29.679" v="615" actId="1076"/>
          <ac:picMkLst>
            <pc:docMk/>
            <pc:sldMk cId="3536678640" sldId="261"/>
            <ac:picMk id="4" creationId="{EF0B83AA-DD42-4029-08DA-DAB0F73585EA}"/>
          </ac:picMkLst>
        </pc:picChg>
        <pc:picChg chg="add mod modCrop">
          <ac:chgData name="Sadugol, Shreyas" userId="497da173-7723-4d70-91a3-f5ade586b8b6" providerId="ADAL" clId="{ACA07A12-71BE-4812-8BCF-6D787A20A7A1}" dt="2026-02-26T16:27:49.038" v="607" actId="1076"/>
          <ac:picMkLst>
            <pc:docMk/>
            <pc:sldMk cId="3536678640" sldId="261"/>
            <ac:picMk id="9" creationId="{0CE8BC4B-0BCC-A116-B793-70C11C1D96B3}"/>
          </ac:picMkLst>
        </pc:picChg>
        <pc:picChg chg="add mod">
          <ac:chgData name="Sadugol, Shreyas" userId="497da173-7723-4d70-91a3-f5ade586b8b6" providerId="ADAL" clId="{ACA07A12-71BE-4812-8BCF-6D787A20A7A1}" dt="2026-02-26T16:29:33.504" v="616" actId="1076"/>
          <ac:picMkLst>
            <pc:docMk/>
            <pc:sldMk cId="3536678640" sldId="261"/>
            <ac:picMk id="12" creationId="{99A45ABC-C801-A978-09A2-CBB18538AD6B}"/>
          </ac:picMkLst>
        </pc:picChg>
        <pc:picChg chg="add mod">
          <ac:chgData name="Sadugol, Shreyas" userId="497da173-7723-4d70-91a3-f5ade586b8b6" providerId="ADAL" clId="{ACA07A12-71BE-4812-8BCF-6D787A20A7A1}" dt="2026-02-26T16:29:28.266" v="613" actId="1076"/>
          <ac:picMkLst>
            <pc:docMk/>
            <pc:sldMk cId="3536678640" sldId="261"/>
            <ac:picMk id="15" creationId="{EF9BF7EE-18EA-2657-FF74-0B55907D2D87}"/>
          </ac:picMkLst>
        </pc:picChg>
        <pc:picChg chg="add mod">
          <ac:chgData name="Sadugol, Shreyas" userId="497da173-7723-4d70-91a3-f5ade586b8b6" providerId="ADAL" clId="{ACA07A12-71BE-4812-8BCF-6D787A20A7A1}" dt="2026-02-26T16:29:37.794" v="617" actId="1076"/>
          <ac:picMkLst>
            <pc:docMk/>
            <pc:sldMk cId="3536678640" sldId="261"/>
            <ac:picMk id="16" creationId="{94F38185-0CB4-50B6-0D89-1830B279830F}"/>
          </ac:picMkLst>
        </pc:picChg>
        <pc:picChg chg="add mod">
          <ac:chgData name="Sadugol, Shreyas" userId="497da173-7723-4d70-91a3-f5ade586b8b6" providerId="ADAL" clId="{ACA07A12-71BE-4812-8BCF-6D787A20A7A1}" dt="2026-02-26T16:28:03.503" v="609" actId="1076"/>
          <ac:picMkLst>
            <pc:docMk/>
            <pc:sldMk cId="3536678640" sldId="261"/>
            <ac:picMk id="21" creationId="{0C0E94A3-C3EC-CC0E-704B-4FA19215B5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C006-23BD-BD87-8487-1D83CF037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010FF-7724-9E96-C11A-A128C3F14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5326C-8FDC-AFCD-D9FE-F4557C40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A8A56-7C4F-3208-418D-F0CA5EAC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832B6-70E5-2015-7315-173A9CE1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39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3B66-D568-8A26-3097-9A6CD772A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F2229-E7BC-1B1B-87DE-C4D4A88CD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D1750-2AA7-BE8A-720B-382B44CF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08025-A6EC-224E-35BA-DCA1C9858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8E793-A8D3-CA02-01D4-D1F61A3D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5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0555A-5DEA-C588-4700-F13BF899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093AA-C922-C51F-699E-294BB7838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F1F01-8F5C-93F6-028B-4B52333F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7A89-D30D-AB64-78A2-690EB91D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3F36F-2188-B8F3-CDFB-B59AEB55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32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EB52-FE27-FDA4-20CB-FA21D2B61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A9CBD-1D38-EC10-F98C-01EAA9FB3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D9DCA-E0D1-DE74-C859-46DC0B783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C3A46-9945-829F-8926-873E668C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C5F42-1B64-696D-F268-9EC2C30AE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0877A-BBA4-4A48-DF90-C0BCE179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4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A676-FDB5-51FD-73A2-E15DE9B15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836AC-E6FF-C673-C6A8-C4437E289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5E33B-238E-1CED-9030-77989016A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234080-19D9-CE34-CD7D-2A47AD308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7ADFD-8234-1D21-6615-2BD8D3DED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4F34A-7129-3984-DF4E-9A45AACBE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7ACB8F-6DCC-D450-929B-04C38D8D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4FEC92-1060-9344-0FF0-96825FA2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6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F978-78AF-0E47-8EEA-FBF5A389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5F3F4-3D2C-7DB9-4A1E-F09D2DBB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5886F-8D60-DDEA-AB00-BF968CF8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758DE-39E8-7A44-1905-986C755C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3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96B464-3D3A-86C9-3DBD-F335DD1A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D203F-A971-C8FC-5360-F9ABD148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F6396-626D-803B-758B-894DF27D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71C8-4E7E-EEDB-4154-76FB37BB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A790-CAF7-878B-D96C-41275DE94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E2D54-45A6-6564-368B-44C31BDBB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1D30F-B34D-BBB7-2489-51FBC352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1941E-C6C5-2E73-1265-C9055244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CF9C9-8E04-7247-2F66-B60D01D7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2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B906-13C9-E129-026F-DBC7EE4F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70ED81-C0A0-FA27-C529-155A825FA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FCCFE-1881-6B50-5118-694D1460A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A64EB-DFB7-D062-65BE-5C2E7CB46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77659-32D2-2C9D-6E1C-30A85C4C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B79DC-17AD-6C0E-B7FF-43CBE390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1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6E67-3754-CCB3-5F74-BAE0419CD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50559-905E-92E9-1001-9F1FED23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7D5F6-7D2F-2FC9-FCD0-D71F2634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2883-29E9-C881-7835-E326A0FE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EB824-4733-B212-E9A1-13F542B0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4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A0A3B8-2B9B-AFCA-A189-D14EA9119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1F39C-BE77-9E6F-700B-16C70F752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1B059-BDF5-1C87-4C30-912EAEB1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A0629-4790-0EF1-35C1-25FC4F77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16306-8780-CF74-46EB-A6CE9FFC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8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43512-19BB-7184-8DEA-7B73A6E05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C6C6-D3AB-5E09-4DA2-4F3B5379D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6F3B1-EE63-ABBF-A098-8BB236DB3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6FC09-3D91-45E8-A666-C44F39BFE7F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96C33-74BD-9027-42EC-831D47DD2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C1493-E711-5B7F-9CEE-342C23892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6A14C-1B90-47B4-A2EC-2D86F8C3A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gif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2C8C96-7C5B-108B-A68D-DD903BC2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20" y="880753"/>
            <a:ext cx="3057635" cy="2662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845199-3B74-C461-CCAB-A0D124BD9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155" y="880753"/>
            <a:ext cx="4851221" cy="24387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F40B69-4EEA-DBAE-8722-02293CC72745}"/>
              </a:ext>
            </a:extLst>
          </p:cNvPr>
          <p:cNvSpPr txBox="1"/>
          <p:nvPr/>
        </p:nvSpPr>
        <p:spPr>
          <a:xfrm>
            <a:off x="5181600" y="10645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Fixed x axis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963840-181C-78A4-E333-76AF11240C02}"/>
              </a:ext>
            </a:extLst>
          </p:cNvPr>
          <p:cNvSpPr txBox="1"/>
          <p:nvPr/>
        </p:nvSpPr>
        <p:spPr>
          <a:xfrm>
            <a:off x="3409637" y="3928872"/>
            <a:ext cx="71859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Increase </a:t>
            </a:r>
            <a:r>
              <a:rPr lang="en-US" dirty="0" err="1"/>
              <a:t>fontsize</a:t>
            </a:r>
            <a:r>
              <a:rPr lang="en-US" dirty="0"/>
              <a:t> of, should see the other cone, increase size</a:t>
            </a:r>
          </a:p>
          <a:p>
            <a:endParaRPr lang="en-US" dirty="0"/>
          </a:p>
          <a:p>
            <a:r>
              <a:rPr lang="en-US" dirty="0"/>
              <a:t>Remove plot titles, instead SR and LR, even </a:t>
            </a:r>
            <a:r>
              <a:rPr lang="en-US" dirty="0" err="1"/>
              <a:t>outsie</a:t>
            </a:r>
            <a:r>
              <a:rPr lang="en-US" dirty="0"/>
              <a:t> the light cone profile</a:t>
            </a:r>
          </a:p>
          <a:p>
            <a:endParaRPr lang="en-US" dirty="0"/>
          </a:p>
          <a:p>
            <a:r>
              <a:rPr lang="en-US" dirty="0"/>
              <a:t>Keep fit </a:t>
            </a:r>
          </a:p>
          <a:p>
            <a:endParaRPr lang="en-US" dirty="0"/>
          </a:p>
          <a:p>
            <a:r>
              <a:rPr lang="en-US" dirty="0"/>
              <a:t>1e-6 for OLC profile, larger plot dimension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280A7-D3A7-95A8-F2A0-6EF3AE8A10D3}"/>
              </a:ext>
            </a:extLst>
          </p:cNvPr>
          <p:cNvSpPr txBox="1"/>
          <p:nvPr/>
        </p:nvSpPr>
        <p:spPr>
          <a:xfrm>
            <a:off x="4648445" y="804660"/>
            <a:ext cx="533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F5CFA0-20DF-FE6F-ACD0-F554C6F7B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765" y="2509189"/>
            <a:ext cx="2794710" cy="119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91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B4735-3707-F210-6BC6-C5E59943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D9A50C-9C3C-E3E1-5DB0-A9ADC610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1424" y="825889"/>
            <a:ext cx="3057635" cy="26625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820DBF-99F6-3DDF-739A-52A03B947860}"/>
              </a:ext>
            </a:extLst>
          </p:cNvPr>
          <p:cNvSpPr txBox="1"/>
          <p:nvPr/>
        </p:nvSpPr>
        <p:spPr>
          <a:xfrm>
            <a:off x="5181600" y="10645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Fixed x axis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5D33B-49EF-EF8E-8009-0131CCC4D182}"/>
              </a:ext>
            </a:extLst>
          </p:cNvPr>
          <p:cNvSpPr txBox="1"/>
          <p:nvPr/>
        </p:nvSpPr>
        <p:spPr>
          <a:xfrm>
            <a:off x="2714693" y="3874008"/>
            <a:ext cx="71859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Increase </a:t>
            </a:r>
            <a:r>
              <a:rPr lang="en-US" dirty="0" err="1"/>
              <a:t>fontsize</a:t>
            </a:r>
            <a:r>
              <a:rPr lang="en-US" dirty="0"/>
              <a:t> of, should see the other cone, increase size</a:t>
            </a:r>
          </a:p>
          <a:p>
            <a:endParaRPr lang="en-US" dirty="0"/>
          </a:p>
          <a:p>
            <a:r>
              <a:rPr lang="en-US" dirty="0"/>
              <a:t>Remove plot titles, instead SR and LR, even </a:t>
            </a:r>
            <a:r>
              <a:rPr lang="en-US" dirty="0" err="1"/>
              <a:t>outsie</a:t>
            </a:r>
            <a:r>
              <a:rPr lang="en-US" dirty="0"/>
              <a:t> the light cone profile</a:t>
            </a:r>
          </a:p>
          <a:p>
            <a:endParaRPr lang="en-US" dirty="0"/>
          </a:p>
          <a:p>
            <a:r>
              <a:rPr lang="en-US" dirty="0"/>
              <a:t>Keep fit </a:t>
            </a:r>
          </a:p>
          <a:p>
            <a:endParaRPr lang="en-US" dirty="0"/>
          </a:p>
          <a:p>
            <a:r>
              <a:rPr lang="en-US" dirty="0"/>
              <a:t>1e-6 for OLC profile, larger plot dimension, same size for all of them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56610-4896-A5F7-C506-50DBB32C1BB7}"/>
              </a:ext>
            </a:extLst>
          </p:cNvPr>
          <p:cNvSpPr txBox="1"/>
          <p:nvPr/>
        </p:nvSpPr>
        <p:spPr>
          <a:xfrm>
            <a:off x="3953501" y="749796"/>
            <a:ext cx="533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2DCDB7-3E7E-BD7A-E8A4-3E07C355E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050" y="934462"/>
            <a:ext cx="2010056" cy="1324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B6E8BF-3064-6BA0-3681-CEA15A932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056" y="860715"/>
            <a:ext cx="2238687" cy="1371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5B89C1-6292-E602-90B5-AFB7AA4AA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702" y="2528033"/>
            <a:ext cx="1933576" cy="12783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1284AD-CA24-EC37-9410-4A775B22D5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8168" y="2528033"/>
            <a:ext cx="2091132" cy="1439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21BAF-7845-C78F-3476-7658DFE47E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778" y="803448"/>
            <a:ext cx="3597975" cy="15269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3F364B-8067-4B16-BBAE-9B73F90F5C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0184" y="2387683"/>
            <a:ext cx="2290451" cy="15269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A9AC2B3-8B80-6355-E36A-DE1B7ACA5A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2839" y="2421022"/>
            <a:ext cx="2399161" cy="14109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1868C8B-D20F-85E3-6DD1-4AAEEF313F83}"/>
              </a:ext>
            </a:extLst>
          </p:cNvPr>
          <p:cNvSpPr txBox="1"/>
          <p:nvPr/>
        </p:nvSpPr>
        <p:spPr>
          <a:xfrm>
            <a:off x="9317736" y="2868591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superimpose</a:t>
            </a:r>
          </a:p>
        </p:txBody>
      </p:sp>
    </p:spTree>
    <p:extLst>
      <p:ext uri="{BB962C8B-B14F-4D97-AF65-F5344CB8AC3E}">
        <p14:creationId xmlns:p14="http://schemas.microsoft.com/office/powerpoint/2010/main" val="1892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591D8A-AE1C-A565-8408-94855650D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A15753-D893-BD01-20C8-0A2714954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20" y="880753"/>
            <a:ext cx="3057635" cy="26625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145024-1B6C-5AC7-CFF8-4DA0B2F18F87}"/>
              </a:ext>
            </a:extLst>
          </p:cNvPr>
          <p:cNvSpPr txBox="1"/>
          <p:nvPr/>
        </p:nvSpPr>
        <p:spPr>
          <a:xfrm>
            <a:off x="5181600" y="10645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Fixed x axis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B3043-D6EC-DE91-C370-3BEFFA6DF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216" y="765913"/>
            <a:ext cx="2095792" cy="12479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62CF37-F878-DD4A-9B19-DCB460FC7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960" y="880753"/>
            <a:ext cx="3734321" cy="11050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BF5EE7-7BC8-173B-E46A-E03A3D0C1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3985" y="2138753"/>
            <a:ext cx="1933845" cy="12288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B6C89C-F4E5-DAD9-8D74-BF97C194F2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8589" y="2100647"/>
            <a:ext cx="1762371" cy="12670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CEB971-AC64-976D-3DA7-19EB5F4580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1548" y="3490352"/>
            <a:ext cx="4296375" cy="12384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55C5DC-CADD-4F84-B706-34091156BA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2199" y="4980325"/>
            <a:ext cx="381053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05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C69B-A68D-BE69-73A1-8C585DC1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83D145-D17C-E91B-6928-0848E62D496D}"/>
              </a:ext>
            </a:extLst>
          </p:cNvPr>
          <p:cNvSpPr txBox="1"/>
          <p:nvPr/>
        </p:nvSpPr>
        <p:spPr>
          <a:xfrm>
            <a:off x="523520" y="109728"/>
            <a:ext cx="639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47C21-74D5-98F7-06E3-5EDEE52C9F79}"/>
              </a:ext>
            </a:extLst>
          </p:cNvPr>
          <p:cNvSpPr txBox="1"/>
          <p:nvPr/>
        </p:nvSpPr>
        <p:spPr>
          <a:xfrm>
            <a:off x="2857500" y="3348228"/>
            <a:ext cx="5952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scaling with N and </a:t>
            </a:r>
            <a:r>
              <a:rPr lang="en-US" dirty="0" err="1"/>
              <a:t>Jx</a:t>
            </a:r>
            <a:r>
              <a:rPr lang="en-US" dirty="0"/>
              <a:t> with closed boundary conditions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D1418-AAA5-00C2-1FE8-28734D10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937" y="1297225"/>
            <a:ext cx="2681606" cy="1349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E4C959-A045-773A-D73B-C53FE4582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513" y="1447877"/>
            <a:ext cx="2143424" cy="10478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8736FD-D413-9C69-9D0E-BB94E6D74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783" y="1126005"/>
            <a:ext cx="2988564" cy="1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6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633F-D334-EFF7-E4FE-CA709CD6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736C9-9D7B-4929-D53F-1C687993E9C2}"/>
              </a:ext>
            </a:extLst>
          </p:cNvPr>
          <p:cNvSpPr txBox="1"/>
          <p:nvPr/>
        </p:nvSpPr>
        <p:spPr>
          <a:xfrm>
            <a:off x="523520" y="109728"/>
            <a:ext cx="639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B83AA-DD42-4029-08DA-DAB0F7358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759" y="-3897"/>
            <a:ext cx="3724795" cy="1819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E8BC4B-0BCC-A116-B793-70C11C1D9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894"/>
          <a:stretch>
            <a:fillRect/>
          </a:stretch>
        </p:blipFill>
        <p:spPr>
          <a:xfrm>
            <a:off x="358704" y="2172590"/>
            <a:ext cx="2200576" cy="1047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A45ABC-C801-A978-09A2-CBB18538A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652" y="1720498"/>
            <a:ext cx="3153008" cy="1902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9BF7EE-18EA-2657-FF74-0B55907D2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713" y="137062"/>
            <a:ext cx="3772426" cy="3734321"/>
          </a:xfrm>
          <a:prstGeom prst="rect">
            <a:avLst/>
          </a:prstGeom>
        </p:spPr>
      </p:pic>
      <p:pic>
        <p:nvPicPr>
          <p:cNvPr id="16" name="Picture 15" descr="A graph of a rainbow&#10;&#10;AI-generated content may be incorrect.">
            <a:extLst>
              <a:ext uri="{FF2B5EF4-FFF2-40B4-BE49-F238E27FC236}">
                <a16:creationId xmlns:a16="http://schemas.microsoft.com/office/drawing/2014/main" id="{94F38185-0CB4-50B6-0D89-1830B27983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52" y="3924849"/>
            <a:ext cx="4653064" cy="27918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B9ADB65-C50E-C7A3-D0DB-A8E037FB7BB2}"/>
              </a:ext>
            </a:extLst>
          </p:cNvPr>
          <p:cNvSpPr txBox="1"/>
          <p:nvPr/>
        </p:nvSpPr>
        <p:spPr>
          <a:xfrm>
            <a:off x="358704" y="4760215"/>
            <a:ext cx="3354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Something like this with 3 cones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CC185C-8041-95A0-2297-B7CD609174E9}"/>
              </a:ext>
            </a:extLst>
          </p:cNvPr>
          <p:cNvSpPr txBox="1"/>
          <p:nvPr/>
        </p:nvSpPr>
        <p:spPr>
          <a:xfrm>
            <a:off x="600138" y="695262"/>
            <a:ext cx="33527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time for no overlap (t=1)</a:t>
            </a:r>
          </a:p>
          <a:p>
            <a:r>
              <a:rPr lang="en-US" dirty="0"/>
              <a:t>(2,20, j;3,20,j)</a:t>
            </a:r>
          </a:p>
          <a:p>
            <a:endParaRPr lang="en-US" dirty="0"/>
          </a:p>
          <a:p>
            <a:r>
              <a:rPr lang="en-US" dirty="0"/>
              <a:t>J=30, 40</a:t>
            </a:r>
            <a:r>
              <a:rPr lang="en-US"/>
              <a:t>, 50, 60</a:t>
            </a:r>
            <a:endParaRPr lang="en-US" dirty="0"/>
          </a:p>
          <a:p>
            <a:r>
              <a:rPr lang="en-US" dirty="0"/>
              <a:t>Profile as a function of j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0E94A3-C3EC-CC0E-704B-4FA19215B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611" y="3286585"/>
            <a:ext cx="3953427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78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147</Words>
  <Application>Microsoft Office PowerPoint</Application>
  <PresentationFormat>Widescreen</PresentationFormat>
  <Paragraphs>29</Paragraphs>
  <Slides>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Sadugol, Shreyas</dc:creator>
  <cp:lastModifiedBy>Sadugol, Shreyas</cp:lastModifiedBy>
  <cp:revision>1</cp:revision>
  <dcterms:created xsi:type="dcterms:W3CDTF">2026-02-26T13:27:22Z</dcterms:created>
  <dcterms:modified xsi:type="dcterms:W3CDTF">2026-03-01T02:36:39Z</dcterms:modified>
</cp:coreProperties>
</file>